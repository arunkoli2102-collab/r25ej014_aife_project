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C8132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754880"/>
            <a:ext cx="3840480" cy="3840480"/>
          </a:xfrm>
          <a:prstGeom prst="ellipse">
            <a:avLst/>
          </a:prstGeom>
          <a:solidFill>
            <a:srgbClr val="E7AD2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PORTFOLIO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Foundation for Engineers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7A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(AIFE)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of Four Hands-On Projects in Python, AI Documentation &amp; Web Development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 University, Bengaluru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0284" y="18288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7504" y="2148840"/>
            <a:ext cx="822960" cy="822960"/>
          </a:xfrm>
          <a:prstGeom prst="ellipse">
            <a:avLst/>
          </a:prstGeom>
          <a:solidFill>
            <a:srgbClr val="C8132E"/>
          </a:solidFill>
          <a:ln/>
        </p:spPr>
      </p:sp>
      <p:sp>
        <p:nvSpPr>
          <p:cNvPr id="6" name="Text 4"/>
          <p:cNvSpPr/>
          <p:nvPr/>
        </p:nvSpPr>
        <p:spPr>
          <a:xfrm>
            <a:off x="1057504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1724" y="31546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Kumar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1724" y="3611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R25EJ014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53716" y="18288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0936" y="2148840"/>
            <a:ext cx="822960" cy="822960"/>
          </a:xfrm>
          <a:prstGeom prst="ellipse">
            <a:avLst/>
          </a:prstGeom>
          <a:solidFill>
            <a:srgbClr val="C8132E"/>
          </a:solidFill>
          <a:ln/>
        </p:spPr>
      </p:sp>
      <p:sp>
        <p:nvSpPr>
          <p:cNvPr id="11" name="Text 9"/>
          <p:cNvSpPr/>
          <p:nvPr/>
        </p:nvSpPr>
        <p:spPr>
          <a:xfrm>
            <a:off x="3370936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45156" y="31546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45156" y="3611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R25EJ002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67148" y="18288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84368" y="2148840"/>
            <a:ext cx="822960" cy="822960"/>
          </a:xfrm>
          <a:prstGeom prst="ellipse">
            <a:avLst/>
          </a:prstGeom>
          <a:solidFill>
            <a:srgbClr val="C8132E"/>
          </a:solidFill>
          <a:ln/>
        </p:spPr>
      </p:sp>
      <p:sp>
        <p:nvSpPr>
          <p:cNvPr id="16" name="Text 14"/>
          <p:cNvSpPr/>
          <p:nvPr/>
        </p:nvSpPr>
        <p:spPr>
          <a:xfrm>
            <a:off x="5684368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58588" y="31546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Gagan MV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58588" y="3611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R25EJ033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0580" y="18288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97800" y="2148840"/>
            <a:ext cx="822960" cy="822960"/>
          </a:xfrm>
          <a:prstGeom prst="ellipse">
            <a:avLst/>
          </a:prstGeom>
          <a:solidFill>
            <a:srgbClr val="C8132E"/>
          </a:solidFill>
          <a:ln/>
        </p:spPr>
      </p:sp>
      <p:sp>
        <p:nvSpPr>
          <p:cNvPr id="21" name="Text 19"/>
          <p:cNvSpPr/>
          <p:nvPr/>
        </p:nvSpPr>
        <p:spPr>
          <a:xfrm>
            <a:off x="799780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72020" y="31546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Asharani Karnal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72020" y="3611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R25EJ018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94012" y="18288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11232" y="2148840"/>
            <a:ext cx="822960" cy="822960"/>
          </a:xfrm>
          <a:prstGeom prst="ellipse">
            <a:avLst/>
          </a:prstGeom>
          <a:solidFill>
            <a:srgbClr val="C8132E"/>
          </a:solidFill>
          <a:ln/>
        </p:spPr>
      </p:sp>
      <p:sp>
        <p:nvSpPr>
          <p:cNvPr id="26" name="Text 24"/>
          <p:cNvSpPr/>
          <p:nvPr/>
        </p:nvSpPr>
        <p:spPr>
          <a:xfrm>
            <a:off x="10311232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785452" y="31546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 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85452" y="3611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R25EJ010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 for Engineers — Course Project Group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Hello, Python &amp; Git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project introduces the foundations of programming and version control. A simple Python script demonstrates environment setup, variable usage, and formatted output, while Git and GitHub are used to track and publish the work.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Project1_Hello.py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(Smooth)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2331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b="1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b="1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38862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comfortable with a code editor, a terminal, and the basic Git workflow of add, commit, and push.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190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94960" y="16916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Python and a code editor, and verified the script runs correctly from the command 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35584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13639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Print Statements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94960" y="31089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variables of different types and used formatted print statements to display readable output.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77316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55371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Git Workflow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94960" y="45262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Initialized a repository, staged changes, and made the first commits and pushes to GitHub.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a confident, repeatable workflow for writing, running, and version-controlling code.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Documentation Card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project shifts focus to AI literacy and technical writing. A model documentation card was authored for Google's Gemma 4 12B Instruct model, summarizing its specifications, capabilities, and system requirements in a clear, structured Markdown format.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Project2_Modelcard_googleGemma-4-12B-it.md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(Smooth)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2331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b="1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b="1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38862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reading and communicating technical AI model details in a clear, industry-standard documentation format.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Card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190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94960" y="16916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details, parameter count, and key configuration information for Gemma 4 12B Instruct.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35584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13639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94960" y="31089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outline of the model's strengths — instruction-following, reasoning, and supported use cases.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77316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55371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94960" y="45262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prerequisites needed to run or fine-tune the model effectively.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structured technical writing makes complex AI systems easier to evaluate and trust.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Portfolio Website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project moves into front-end web development. An interactive, single-page professional developer portfolio was built and deployed live, showcasing real projects with custom typography and subtle hover micro-animations on each project card.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(Fixed)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23317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b="1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b="1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b="1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41148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skills and projects professionally, with polished typography and an engaging, low-clutter layout.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 &amp; Fixes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190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Typography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94960" y="16916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the Inter and Fira Code Google Fonts for a clean, modern reading experience.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35584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13639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Micro-Animations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94960" y="31089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dashed underline transitions on project cards for engaging, subtle interactivity.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77316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55371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404 Fix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94960" y="45262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Index.html to lowercase index.html, since Linux-based servers are case-sensitive for the default route.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arunkoli2102-collab.github.io/R25EJ014_AIFE_Project/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Pulse — News Website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and final project is an elegant, fully responsive news portal called The Daily Pulse. It features a scrolling breaking-news marquee ticker, responsive grid sections by category, and a functional newsletter sign-up script.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project4_news_website.html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(Fixed)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1A2238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23317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b="1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b="1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b="1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41148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layout, responsiveness, and interactivity into one polished, content-rich website.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 &amp; Fixes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190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News Ticker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94960" y="16916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animated, continuously scrolling breaking-news marquee built with CSS keyframes.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35584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13639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94960" y="31089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section's mobile grid bug fixed by refactoring inline styles into a dedicated .tech-grid class.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27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0D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773168"/>
            <a:ext cx="457200" cy="4572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A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55371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Script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94960" y="45262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front-end JavaScript form with instant on-page confirmation feedback.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arunkoli2102-collab.github.io/R25EJ014_AIFE_Project/project4_news_website.html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AIFE Course Projects Portfolio</dc:title>
  <dc:subject>PptxGenJS Presentation</dc:subject>
  <dc:creator>Arun Koli</dc:creator>
  <cp:lastModifiedBy>Arun Koli</cp:lastModifiedBy>
  <cp:revision>1</cp:revision>
  <dcterms:created xsi:type="dcterms:W3CDTF">2026-06-29T06:19:03Z</dcterms:created>
  <dcterms:modified xsi:type="dcterms:W3CDTF">2026-06-29T06:19:03Z</dcterms:modified>
</cp:coreProperties>
</file>